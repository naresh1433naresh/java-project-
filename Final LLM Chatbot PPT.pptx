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bin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Unbounde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85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604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LLMChatbo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7048" y="871180"/>
            <a:ext cx="6616303" cy="68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Galgotias University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5324594" y="1649254"/>
            <a:ext cx="3981212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Project: OpenAi Chatbot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15102" y="2231628"/>
            <a:ext cx="13000196" cy="139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Description: An </a:t>
            </a:r>
            <a:r>
              <a:rPr lang="en-US" sz="22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OpenAI chatbot</a:t>
            </a:r>
            <a:r>
              <a:rPr lang="en-US" sz="2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an </a:t>
            </a:r>
            <a:r>
              <a:rPr lang="en-US" sz="22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AI-powered conversational system</a:t>
            </a:r>
            <a:r>
              <a:rPr lang="en-US" sz="2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designed to understand human language and respond intelligently in real time. It uses </a:t>
            </a:r>
            <a:r>
              <a:rPr lang="en-US" sz="22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advanced machine learning and natural language processing (NLP)</a:t>
            </a:r>
            <a:r>
              <a:rPr lang="en-US" sz="2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answer questions, explain concepts, generate content, and assist users across many domains.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886222" y="4071540"/>
            <a:ext cx="13000196" cy="46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 members :-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029982" y="4652406"/>
            <a:ext cx="8359378" cy="46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Naresh Kumar Shaw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29982" y="5233272"/>
            <a:ext cx="5057378" cy="46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Kunal Singh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29982" y="5699045"/>
            <a:ext cx="3716258" cy="46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Mohit Parmar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5102" y="6892528"/>
            <a:ext cx="13000196" cy="46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448" y="710922"/>
            <a:ext cx="13169503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Building an LLM Chatbot with Java &amp; OpenAI 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30448" y="1742003"/>
            <a:ext cx="13169503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guide provides a complete, working LLM Chatbot web application built with industry-standard tools for Java developers. We'll cover everything from project setup to deployment, enabling you to integrate advanced AI capabilities into your applications.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0448" y="2957513"/>
            <a:ext cx="4250769" cy="2186702"/>
          </a:xfrm>
          <a:prstGeom prst="roundRect">
            <a:avLst>
              <a:gd name="adj" fmla="val 5018"/>
            </a:avLst>
          </a:prstGeom>
          <a:solidFill>
            <a:srgbClr val="112836"/>
          </a:solidFill>
          <a:ln/>
        </p:spPr>
      </p:sp>
      <p:sp>
        <p:nvSpPr>
          <p:cNvPr id="5" name="Shape 3"/>
          <p:cNvSpPr/>
          <p:nvPr/>
        </p:nvSpPr>
        <p:spPr>
          <a:xfrm>
            <a:off x="730448" y="2934653"/>
            <a:ext cx="4250769" cy="91440"/>
          </a:xfrm>
          <a:prstGeom prst="roundRect">
            <a:avLst>
              <a:gd name="adj" fmla="val 34236"/>
            </a:avLst>
          </a:prstGeom>
          <a:solidFill>
            <a:srgbClr val="0A988B"/>
          </a:solidFill>
          <a:ln/>
        </p:spPr>
      </p:sp>
      <p:sp>
        <p:nvSpPr>
          <p:cNvPr id="6" name="Shape 4"/>
          <p:cNvSpPr/>
          <p:nvPr/>
        </p:nvSpPr>
        <p:spPr>
          <a:xfrm>
            <a:off x="2542818" y="2644497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0A988B"/>
          </a:solidFill>
          <a:ln/>
        </p:spPr>
      </p:sp>
      <p:sp>
        <p:nvSpPr>
          <p:cNvPr id="7" name="Text 5"/>
          <p:cNvSpPr/>
          <p:nvPr/>
        </p:nvSpPr>
        <p:spPr>
          <a:xfrm>
            <a:off x="2730579" y="2800945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1906" y="3479244"/>
            <a:ext cx="253805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Structure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1906" y="3911203"/>
            <a:ext cx="3787854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Understand the logical organization of your chatbot's components.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9815" y="2957513"/>
            <a:ext cx="4250769" cy="2186702"/>
          </a:xfrm>
          <a:prstGeom prst="roundRect">
            <a:avLst>
              <a:gd name="adj" fmla="val 5018"/>
            </a:avLst>
          </a:prstGeom>
          <a:solidFill>
            <a:srgbClr val="112836"/>
          </a:solidFill>
          <a:ln/>
        </p:spPr>
      </p:sp>
      <p:sp>
        <p:nvSpPr>
          <p:cNvPr id="11" name="Shape 9"/>
          <p:cNvSpPr/>
          <p:nvPr/>
        </p:nvSpPr>
        <p:spPr>
          <a:xfrm>
            <a:off x="5189815" y="2934653"/>
            <a:ext cx="4250769" cy="91440"/>
          </a:xfrm>
          <a:prstGeom prst="roundRect">
            <a:avLst>
              <a:gd name="adj" fmla="val 34236"/>
            </a:avLst>
          </a:prstGeom>
          <a:solidFill>
            <a:srgbClr val="0A988B"/>
          </a:solidFill>
          <a:ln/>
        </p:spPr>
      </p:sp>
      <p:sp>
        <p:nvSpPr>
          <p:cNvPr id="12" name="Shape 10"/>
          <p:cNvSpPr/>
          <p:nvPr/>
        </p:nvSpPr>
        <p:spPr>
          <a:xfrm>
            <a:off x="7002185" y="2644497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0A9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189946" y="2800945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21273" y="3479244"/>
            <a:ext cx="245530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Full Source Code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21273" y="3911203"/>
            <a:ext cx="3787854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Access the complete backend and frontend code for immediate implementation.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49182" y="2957513"/>
            <a:ext cx="4250769" cy="2186702"/>
          </a:xfrm>
          <a:prstGeom prst="roundRect">
            <a:avLst>
              <a:gd name="adj" fmla="val 5018"/>
            </a:avLst>
          </a:prstGeom>
          <a:solidFill>
            <a:srgbClr val="112836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9182" y="2934653"/>
            <a:ext cx="4250769" cy="91440"/>
          </a:xfrm>
          <a:prstGeom prst="roundRect">
            <a:avLst>
              <a:gd name="adj" fmla="val 34236"/>
            </a:avLst>
          </a:prstGeom>
          <a:solidFill>
            <a:srgbClr val="0A988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61552" y="2644497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0A988B"/>
          </a:solidFill>
          <a:ln/>
        </p:spPr>
      </p:sp>
      <p:sp>
        <p:nvSpPr>
          <p:cNvPr id="19" name="Text 17"/>
          <p:cNvSpPr/>
          <p:nvPr/>
        </p:nvSpPr>
        <p:spPr>
          <a:xfrm>
            <a:off x="11649313" y="2800945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80640" y="3479244"/>
            <a:ext cx="331708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OpenAI API Integration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80640" y="3911203"/>
            <a:ext cx="3787854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Learn how to connect and leverage OpenAI's powerful language models.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448" y="5665827"/>
            <a:ext cx="6480453" cy="1852851"/>
          </a:xfrm>
          <a:prstGeom prst="roundRect">
            <a:avLst>
              <a:gd name="adj" fmla="val 5922"/>
            </a:avLst>
          </a:prstGeom>
          <a:solidFill>
            <a:srgbClr val="112836"/>
          </a:solidFill>
          <a:ln/>
        </p:spPr>
      </p:sp>
      <p:sp>
        <p:nvSpPr>
          <p:cNvPr id="23" name="Shape 21"/>
          <p:cNvSpPr/>
          <p:nvPr/>
        </p:nvSpPr>
        <p:spPr>
          <a:xfrm>
            <a:off x="730448" y="5642967"/>
            <a:ext cx="6480453" cy="91440"/>
          </a:xfrm>
          <a:prstGeom prst="roundRect">
            <a:avLst>
              <a:gd name="adj" fmla="val 34236"/>
            </a:avLst>
          </a:prstGeom>
          <a:solidFill>
            <a:srgbClr val="0A988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5352812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0A988B"/>
          </a:solidFill>
          <a:ln/>
        </p:spPr>
      </p:sp>
      <p:sp>
        <p:nvSpPr>
          <p:cNvPr id="25" name="Text 23"/>
          <p:cNvSpPr/>
          <p:nvPr/>
        </p:nvSpPr>
        <p:spPr>
          <a:xfrm>
            <a:off x="3845362" y="5509260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1906" y="6187559"/>
            <a:ext cx="2862858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Step-by-Step Setup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06" y="6619518"/>
            <a:ext cx="601753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Detailed instructions for setting up and running your project in IntelliJ IDEA.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19499" y="5665827"/>
            <a:ext cx="6480453" cy="1852851"/>
          </a:xfrm>
          <a:prstGeom prst="roundRect">
            <a:avLst>
              <a:gd name="adj" fmla="val 5922"/>
            </a:avLst>
          </a:prstGeom>
          <a:solidFill>
            <a:srgbClr val="1128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419499" y="5642967"/>
            <a:ext cx="6480453" cy="91440"/>
          </a:xfrm>
          <a:prstGeom prst="roundRect">
            <a:avLst>
              <a:gd name="adj" fmla="val 34236"/>
            </a:avLst>
          </a:prstGeom>
          <a:solidFill>
            <a:srgbClr val="0A988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46650" y="5352812"/>
            <a:ext cx="626031" cy="626031"/>
          </a:xfrm>
          <a:prstGeom prst="roundRect">
            <a:avLst>
              <a:gd name="adj" fmla="val 146063"/>
            </a:avLst>
          </a:prstGeom>
          <a:solidFill>
            <a:srgbClr val="0A988B"/>
          </a:solidFill>
          <a:ln/>
        </p:spPr>
      </p:sp>
      <p:sp>
        <p:nvSpPr>
          <p:cNvPr id="31" name="Text 29"/>
          <p:cNvSpPr/>
          <p:nvPr/>
        </p:nvSpPr>
        <p:spPr>
          <a:xfrm>
            <a:off x="10534412" y="5509260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50956" y="6187559"/>
            <a:ext cx="3092172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Testing Your Chatbot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650956" y="6619518"/>
            <a:ext cx="601753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Guidance on how to verify the functionality of your new AI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665797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Essential Prerequisites: Tools &amp; Versions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20353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Before diving into development, ensure your environment meets the following requirements. Having the correct versions will prevent compatibility issues and streamline your setup process.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2" y="1380887"/>
            <a:ext cx="4827746" cy="3285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862" y="4800838"/>
            <a:ext cx="232719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JDK (Java Development Kit)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8862" y="5096470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Version: 17 or higher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8862" y="5395555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Ensures compatibility with modern Java features and libraries used in this project.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791" y="1380887"/>
            <a:ext cx="5165541" cy="25827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68791" y="4232739"/>
            <a:ext cx="140803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IntelliJ IDEA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68791" y="4421095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Edition: Ultimate or Community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61170" y="4570638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Your preferred IDE for Java development, providing excellent support for Maven, Tomcat, and web projects.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62" y="6053495"/>
            <a:ext cx="2309217" cy="16452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8862" y="783324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Apache Tomcat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18862" y="8128873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Version: 10 or 11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18862" y="8427958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web server and servlet container that will host our Java web application.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170" y="4908537"/>
            <a:ext cx="2778681" cy="14587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42477" y="647492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OpenAI API Key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504587" y="6735605"/>
            <a:ext cx="6750368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Api_Key: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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468791" y="8624411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Status: Required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468791" y="8923496"/>
            <a:ext cx="6750368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Your personal key to access OpenAI's powerful language models, essential for the chatbot's AI capabilities.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157" y="503873"/>
            <a:ext cx="9818132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Chatbot Architecture: Project Structure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3157" y="1200031"/>
            <a:ext cx="13644086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well-organized project structure is key to maintainable and scalable applications. Here’s a breakdown of the directory and file arrangement for our LLM Chatbot.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57" y="1742242"/>
            <a:ext cx="4777502" cy="3867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157" y="5768578"/>
            <a:ext cx="6650236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project follows a standard Maven web application layout, separating source code, web resources, and build configuration for clarity and ease of development.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94627" y="1742242"/>
            <a:ext cx="6650236" cy="2013347"/>
          </a:xfrm>
          <a:prstGeom prst="roundRect">
            <a:avLst>
              <a:gd name="adj" fmla="val 1050"/>
            </a:avLst>
          </a:prstGeom>
          <a:solidFill>
            <a:srgbClr val="1E3543"/>
          </a:solidFill>
          <a:ln/>
        </p:spPr>
      </p:sp>
      <p:sp>
        <p:nvSpPr>
          <p:cNvPr id="7" name="Shape 4"/>
          <p:cNvSpPr/>
          <p:nvPr/>
        </p:nvSpPr>
        <p:spPr>
          <a:xfrm>
            <a:off x="7487602" y="1742242"/>
            <a:ext cx="6664285" cy="2013347"/>
          </a:xfrm>
          <a:prstGeom prst="roundRect">
            <a:avLst>
              <a:gd name="adj" fmla="val 1050"/>
            </a:avLst>
          </a:prstGeom>
          <a:solidFill>
            <a:srgbClr val="1E3543"/>
          </a:solidFill>
          <a:ln/>
        </p:spPr>
      </p:sp>
      <p:sp>
        <p:nvSpPr>
          <p:cNvPr id="8" name="Text 5"/>
          <p:cNvSpPr/>
          <p:nvPr/>
        </p:nvSpPr>
        <p:spPr>
          <a:xfrm>
            <a:off x="7628453" y="1847850"/>
            <a:ext cx="6382583" cy="180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LLMChatbot/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src/main/java/com/chatbot/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ChatServlet.java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OpenAIClient.java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src/main/webapp/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index.jsp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WEB-INF/web.xml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 (Maven Project Object Model)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157" y="6504384"/>
            <a:ext cx="4454128" cy="422672"/>
          </a:xfrm>
          <a:prstGeom prst="roundRect">
            <a:avLst>
              <a:gd name="adj" fmla="val 480067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2614493" y="6583561"/>
            <a:ext cx="211336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4008" y="7067907"/>
            <a:ext cx="165770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4008" y="7359610"/>
            <a:ext cx="4172426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Contains all backend Java source code.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88136" y="6504384"/>
            <a:ext cx="4454128" cy="422672"/>
          </a:xfrm>
          <a:prstGeom prst="roundRect">
            <a:avLst>
              <a:gd name="adj" fmla="val 480067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209473" y="6583561"/>
            <a:ext cx="211336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28987" y="7067907"/>
            <a:ext cx="165770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src/main/webapp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28987" y="7359610"/>
            <a:ext cx="4172426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Houses frontend web resources like JSPs and configuration files.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683115" y="6504384"/>
            <a:ext cx="4454128" cy="422672"/>
          </a:xfrm>
          <a:prstGeom prst="roundRect">
            <a:avLst>
              <a:gd name="adj" fmla="val 480067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11804452" y="6583561"/>
            <a:ext cx="211336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823966" y="7067907"/>
            <a:ext cx="165770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823966" y="7359610"/>
            <a:ext cx="4172426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Defines project dependencies and build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7148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 Logic: Integrating with OpenAI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58264"/>
            <a:ext cx="12954952" cy="154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OpenAIClient.java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class handles all communication with the OpenAI API, sending user prompts and receiving AI-generated responses. This separation of concerns keeps our core logic clean and focused.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OpenAIClient.java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Key Functions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507480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API Key Management: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Securely uses your OpenAI API key for authentication.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54152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HTTP Request Handling: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Constructs and sends POST requests to the OpenAI chat completions endpoint.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60082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JSON Payload Generation: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Formats the user's prompt into the required JSON structure for the AI model (gpt-4o-mini).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647497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Response Parsing: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Extracts the AI's generated content from the API's JSON response.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3326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 Logic: Handling User Requests with Servlets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80109"/>
            <a:ext cx="12954952" cy="154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ChatServlet.java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acts as the bridge between our frontend and the OpenAI API. It receives user input, passes it to the AI client, and sends the AI's response back to the browser.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ChatServlet.java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Core Responsibilities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596646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Servlet Mapping: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Configured with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@WebServlet("/chat")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listen for requests at the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endpoint.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07099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HTTP Method Handling: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Specifically designed to process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requests, which carry the user's message.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5453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Parameter Extraction: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Retrieves the user's input message from the request parameters.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601206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 Interaction: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Calls the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OpenAIClient.askGPT()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method to get a response from the AI.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48640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Error Handling: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Provides basic error reporting if the AI communication fails.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95313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Response Output: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Writes the AI's reply directly to the HTTP response for the client (browser).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044" y="723067"/>
            <a:ext cx="11340703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 Simplicity: The User Interface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31044" y="1755219"/>
            <a:ext cx="1316831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index.jsp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provides a minimal yet functional user interface for interacting with the chatbot. It's a simple HTML page with a form to submit questions and display responses.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044" y="2875240"/>
            <a:ext cx="44279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index.jsp</a:t>
            </a: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: Design &amp; Functionality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044" y="3391257"/>
            <a:ext cx="6329363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Basic HTML Structure: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Defines the head and body of our web page.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044" y="3798689"/>
            <a:ext cx="6329363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Chatbot Title: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 clear heading to identify the application.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044" y="4206121"/>
            <a:ext cx="6329363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 Form: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044" y="4728448"/>
            <a:ext cx="632936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element that sends user messages to our 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ChatServlet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044" y="5258395"/>
            <a:ext cx="63293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Text Input Field: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Allows users to type their questions (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name="message"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crucial for the servlet).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044" y="6007775"/>
            <a:ext cx="6329363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Send Button: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Submits the form, triggering the 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doPost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method in 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ChatServlet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044" y="6764774"/>
            <a:ext cx="6329363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Minimal Styling: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Focuses on functionality, keeping the UI straightforward for demonstration.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614" y="2901315"/>
            <a:ext cx="5395793" cy="27046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577614" y="5840849"/>
            <a:ext cx="6329363" cy="647462"/>
          </a:xfrm>
          <a:prstGeom prst="roundRect">
            <a:avLst>
              <a:gd name="adj" fmla="val 4840"/>
            </a:avLst>
          </a:prstGeom>
          <a:solidFill>
            <a:srgbClr val="1E3543"/>
          </a:solidFill>
          <a:ln/>
        </p:spPr>
      </p:sp>
      <p:sp>
        <p:nvSpPr>
          <p:cNvPr id="14" name="Shape 11"/>
          <p:cNvSpPr/>
          <p:nvPr/>
        </p:nvSpPr>
        <p:spPr>
          <a:xfrm>
            <a:off x="7567255" y="5840849"/>
            <a:ext cx="6350079" cy="647462"/>
          </a:xfrm>
          <a:prstGeom prst="roundRect">
            <a:avLst>
              <a:gd name="adj" fmla="val 4840"/>
            </a:avLst>
          </a:prstGeom>
          <a:solidFill>
            <a:srgbClr val="1E354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6091" y="5997416"/>
            <a:ext cx="5932408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Simple User-Interface for easy use.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77614" y="6723221"/>
            <a:ext cx="3932158" cy="49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LLM Chatbot</a:t>
            </a:r>
            <a:endParaRPr lang="en-US" sz="3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857" y="721281"/>
            <a:ext cx="10692527" cy="63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Web Application Descriptor: </a:t>
            </a:r>
            <a:r>
              <a:rPr lang="en-US" sz="40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web.xml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59857" y="1794034"/>
            <a:ext cx="13110686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While modern Servlet APIs often allow for annotation-based configuration (like </a:t>
            </a: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</a:t>
            </a: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the </a:t>
            </a: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web.xml</a:t>
            </a: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file remains an optional but powerful descriptor for web applications. It's used for advanced configurations or when overriding annotation settings.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9857" y="2936081"/>
            <a:ext cx="6290548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 our simple chatbot, this file primarily defines the web application version and XML schema. It's included for completeness and as a placeholder for more complex deployments.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7615" y="2984897"/>
            <a:ext cx="6290548" cy="2757488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</p:sp>
      <p:sp>
        <p:nvSpPr>
          <p:cNvPr id="6" name="Shape 4"/>
          <p:cNvSpPr/>
          <p:nvPr/>
        </p:nvSpPr>
        <p:spPr>
          <a:xfrm>
            <a:off x="7576780" y="2984897"/>
            <a:ext cx="6312218" cy="2757488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</p:sp>
      <p:sp>
        <p:nvSpPr>
          <p:cNvPr id="7" name="Text 5"/>
          <p:cNvSpPr/>
          <p:nvPr/>
        </p:nvSpPr>
        <p:spPr>
          <a:xfrm>
            <a:off x="7793831" y="3147655"/>
            <a:ext cx="5878116" cy="2431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&lt;web-app xmlns="https://jakarta.ee/xml/ns/jakartaee" version="6.0"&gt;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Additional configurations like servlet mappings, filters, listeners,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welcome files, error pages, etc., can be defined here. --&gt;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&lt;/web-app&gt;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9857" y="6230779"/>
            <a:ext cx="13110686" cy="1277541"/>
          </a:xfrm>
          <a:prstGeom prst="roundRect">
            <a:avLst>
              <a:gd name="adj" fmla="val 2549"/>
            </a:avLst>
          </a:prstGeom>
          <a:solidFill>
            <a:srgbClr val="05484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08" y="6555819"/>
            <a:ext cx="271343" cy="2170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5302" y="6502003"/>
            <a:ext cx="1218819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700" dirty="0">
                <a:solidFill>
                  <a:srgbClr val="FFFFFF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web.xml</a:t>
            </a:r>
            <a:r>
              <a:rPr lang="en-US" sz="17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can also be used to define servlet mappings, filters, listeners, welcome files, and error pages, providing a centralized configuration for your web application.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1426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Dependency Management: Maven </a:t>
            </a:r>
            <a:r>
              <a:rPr lang="en-US" sz="44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18209"/>
            <a:ext cx="12954952" cy="1539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Using Maven for dependency management is highly recommended. The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file declares our project's metadata and its dependencies, ensuring all necessary libraries are automatically managed.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Maven Configuration Details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627126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modelVersion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Specifies the POM model version (always 4.0.0 for Maven 2/3).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10147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Unique identifiers for our project.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575816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packaging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Set to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war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indicating a web application archive.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6050161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Declares external libraries. Here, we specify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jakarta.servlet-api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Servlet support.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524506"/>
            <a:ext cx="12954952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scope="provided"</a:t>
            </a: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Means the servlet API will be provided by the application server (Tomcat) at runtime, so it's not bundled in our WAR file.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542925"/>
            <a:ext cx="999649" cy="361950"/>
          </a:xfrm>
          <a:prstGeom prst="roundRect">
            <a:avLst>
              <a:gd name="adj" fmla="val 6385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789503" y="600670"/>
            <a:ext cx="7686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981908"/>
            <a:ext cx="10914459" cy="566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 &amp; Run: IntelliJ IDEA + Tomcat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74013" y="1837134"/>
            <a:ext cx="1328237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Follow these clear steps to get your LLM Chatbot up and running within IntelliJ IDEA using Apache Tomcat. This process configures your IDE to build and deploy the web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013" y="2958822"/>
            <a:ext cx="6544866" cy="1969175"/>
          </a:xfrm>
          <a:prstGeom prst="roundRect">
            <a:avLst>
              <a:gd name="adj" fmla="val 1467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873" y="2981682"/>
            <a:ext cx="6499146" cy="192524"/>
          </a:xfrm>
          <a:prstGeom prst="roundRect">
            <a:avLst>
              <a:gd name="adj" fmla="val 757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889397" y="3366730"/>
            <a:ext cx="3807262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1: Create a New Project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89397" y="3765352"/>
            <a:ext cx="6114098" cy="94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IntelliJ, go to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New Project → Maven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Select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set the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Packaging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WAR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Configure project details as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com.chatbot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LLMChatbot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11403" y="2669977"/>
            <a:ext cx="6544985" cy="2258020"/>
          </a:xfrm>
          <a:prstGeom prst="roundRect">
            <a:avLst>
              <a:gd name="adj" fmla="val 1279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34263" y="2692837"/>
            <a:ext cx="6499265" cy="192524"/>
          </a:xfrm>
          <a:prstGeom prst="roundRect">
            <a:avLst>
              <a:gd name="adj" fmla="val 757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7626787" y="3077885"/>
            <a:ext cx="3590449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2: Add Tomcat Server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26787" y="3476506"/>
            <a:ext cx="6114217" cy="93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Navigate to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(or Preferences) → Build, Execution, Deployment → Application Servers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Click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select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Tomcat Server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and point it to your Tomcat installation directory.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4013" y="5409367"/>
            <a:ext cx="6544866" cy="2277308"/>
          </a:xfrm>
          <a:prstGeom prst="roundRect">
            <a:avLst>
              <a:gd name="adj" fmla="val 1269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873" y="5432227"/>
            <a:ext cx="6499146" cy="192524"/>
          </a:xfrm>
          <a:prstGeom prst="roundRect">
            <a:avLst>
              <a:gd name="adj" fmla="val 757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889397" y="5817275"/>
            <a:ext cx="4875252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3: Configure Run Configuration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89397" y="6215896"/>
            <a:ext cx="6114098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 to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Edit Configurations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Click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choose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Tomcat Server → Local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In the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tab, click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then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and select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LLMChatbot:war exploded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This prepares your application for hot deployment.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11403" y="5120521"/>
            <a:ext cx="6544985" cy="2566154"/>
          </a:xfrm>
          <a:prstGeom prst="roundRect">
            <a:avLst>
              <a:gd name="adj" fmla="val 1126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263" y="5143381"/>
            <a:ext cx="6499265" cy="192524"/>
          </a:xfrm>
          <a:prstGeom prst="roundRect">
            <a:avLst>
              <a:gd name="adj" fmla="val 757"/>
            </a:avLst>
          </a:prstGeom>
          <a:solidFill>
            <a:srgbClr val="304755"/>
          </a:solidFill>
          <a:ln/>
        </p:spPr>
      </p:sp>
      <p:sp>
        <p:nvSpPr>
          <p:cNvPr id="20" name="Text 18"/>
          <p:cNvSpPr/>
          <p:nvPr/>
        </p:nvSpPr>
        <p:spPr>
          <a:xfrm>
            <a:off x="7626787" y="5528429"/>
            <a:ext cx="3188970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4: Start the Server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626787" y="5927050"/>
            <a:ext cx="6114217" cy="93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Once configured, simply click the green </a:t>
            </a:r>
            <a:r>
              <a:rPr lang="en-US" sz="15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▶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Run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button (or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troubleshooting) in the toolbar. IntelliJ will build your WAR file, deploy it to Tomcat, and start the server.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692" y="723305"/>
            <a:ext cx="855583" cy="312896"/>
          </a:xfrm>
          <a:prstGeom prst="roundRect">
            <a:avLst>
              <a:gd name="adj" fmla="val 6385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82466" y="773192"/>
            <a:ext cx="656034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2692" y="1102757"/>
            <a:ext cx="8910757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Testing Your Chatbot: First Interaction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582692" y="1842016"/>
            <a:ext cx="1346501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With your application successfully deployed on Tomcat, it's time to open your browser and experience your new LLM Chatbot! You can now engage in conversations powered by OpenAI.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2692" y="2461974"/>
            <a:ext cx="247745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Access Your Chatbot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692" y="2873216"/>
            <a:ext cx="5558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 your web browser and navigate to the following URL: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366" y="3326725"/>
            <a:ext cx="530875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http://localhost:8080/LLMChatbot/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2692" y="3326725"/>
            <a:ext cx="22860" cy="266224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582692" y="3780234"/>
            <a:ext cx="5558433" cy="53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address points to your locally running Tomcat server and the deployed </a:t>
            </a: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LLMChatbot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application.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2692" y="4479131"/>
            <a:ext cx="217670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Engage with the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692" y="4890373"/>
            <a:ext cx="5558433" cy="79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You'll be presented with a simple input field. Type in your questions or prompts and click "Send". The AI's response, fetched from OpenAI, will then be displayed on the page.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692" y="5855494"/>
            <a:ext cx="24372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Troubleshooting Tips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692" y="6266736"/>
            <a:ext cx="5558433" cy="53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 the page doesn't load, ensure Tomcat is running and check the IntelliJ console for errors.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692" y="6857405"/>
            <a:ext cx="5558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Verify your OpenAI API key is correctly set in </a:t>
            </a: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OpenAIClient.java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692" y="7181850"/>
            <a:ext cx="5558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Check browser developer tools (F12) for any network or console errors.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4748" y="2461974"/>
            <a:ext cx="7500461" cy="29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Ask questions and get AI responses </a:t>
            </a:r>
            <a:r>
              <a:rPr lang="en-US" sz="61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🎉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1557</Words>
  <Application>Microsoft Office PowerPoint</Application>
  <PresentationFormat>Custom</PresentationFormat>
  <Paragraphs>139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Consolas</vt:lpstr>
      <vt:lpstr>Arial</vt:lpstr>
      <vt:lpstr>Cabin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 SHAW</dc:creator>
  <cp:lastModifiedBy>Ankit Yadav</cp:lastModifiedBy>
  <cp:revision>4</cp:revision>
  <dcterms:created xsi:type="dcterms:W3CDTF">2026-01-05T17:07:09Z</dcterms:created>
  <dcterms:modified xsi:type="dcterms:W3CDTF">2026-01-05T17:17:30Z</dcterms:modified>
</cp:coreProperties>
</file>